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874520"/>
            <a:ext cx="11000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격자 서명 HAETAE에 대한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94360" y="2377440"/>
            <a:ext cx="110002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오류주입공격과 감염형 무작위 검증 대응기법 (IRV)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94360" y="3611880"/>
            <a:ext cx="11000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서명 한 번의 오류로 비밀키가 새어 나온다 — 그리고 그것을 막는 무분기(branchless) 방어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4937760"/>
            <a:ext cx="11000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</a:rPr>
              <a:t>HAETAE-120 / MODE2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  z = y + (-1)^b · LN · (c·s1)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6126480"/>
            <a:ext cx="11000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발표자 · 소속 · 날짜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0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BACKGROUND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02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 — HAETAE와 오류주입공격(FIA)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554480"/>
            <a:ext cx="11000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“수학적으로 안전해도, 실제 구현은 오류주입으로 뚫릴 수 있다.”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94360" y="2331720"/>
            <a:ext cx="11000232" cy="960120"/>
          </a:xfrm>
          <a:prstGeom prst="roundRect">
            <a:avLst>
              <a:gd name="adj" fmla="val 7619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459736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HAETAE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703320" y="2459736"/>
            <a:ext cx="7616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KpqC 격자 기반 전자서명 (Fiat–Shamir with aborts). 거부 샘플링 + 바이모달.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94360" y="3474720"/>
            <a:ext cx="11000232" cy="960120"/>
          </a:xfrm>
          <a:prstGeom prst="roundRect">
            <a:avLst>
              <a:gd name="adj" fmla="val 7619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602736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오류주입공격(FIA)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703320" y="3602736"/>
            <a:ext cx="7616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클럭·전압 글리치로 연산 중 상태를 교란해 오류 출력을 분석.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94360" y="4617720"/>
            <a:ext cx="11000232" cy="960120"/>
          </a:xfrm>
          <a:prstGeom prst="roundRect">
            <a:avLst>
              <a:gd name="adj" fmla="val 7619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745736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위협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03320" y="4745736"/>
            <a:ext cx="7616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 한 번의 오류로 전체 안전성이 무너질 수 있음 → 구현자가 반드시 고려.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0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THE ONE 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02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급소 — 비밀키를 쓰는 유일한 연산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11000232" cy="1280160"/>
          </a:xfrm>
          <a:prstGeom prst="roundRect">
            <a:avLst>
              <a:gd name="adj" fmla="val 5714"/>
            </a:avLst>
          </a:prstGeom>
          <a:solidFill>
            <a:srgbClr val="15213B"/>
          </a:solidFill>
          <a:ln w="12700">
            <a:solidFill>
              <a:srgbClr val="15213B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783080"/>
            <a:ext cx="110002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z1[i] = y1[i] + (-1)^b · LN · (c·s1)[i]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2468880"/>
            <a:ext cx="11000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y1 = 마스크(난수)</a:t>
            </a:r>
            <a:pPr algn="ctr" indent="0" marL="0">
              <a:buNone/>
            </a:pPr>
            <a:r>
              <a:rPr lang="en-US" sz="14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 = 공개</a:t>
            </a:r>
            <a:pPr algn="ctr" indent="0" marL="0">
              <a:buNone/>
            </a:pPr>
            <a:r>
              <a:rPr lang="en-US" sz="1400" dirty="0">
                <a:solidFill>
                  <a:srgbClr val="F6A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s1 = 비밀키</a:t>
            </a:r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LN = 8192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3383280"/>
            <a:ext cx="1100023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서명: 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매번 다른 y1이 신호를 가려 s1이 보이지 않는다.
</a:t>
            </a:r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B32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공격 표적: 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줄의 곱셈(c·s)과 덧셈(+y) — 마스크를 깨는 두 지점.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4754880"/>
            <a:ext cx="11000232" cy="1188720"/>
          </a:xfrm>
          <a:prstGeom prst="roundRect">
            <a:avLst>
              <a:gd name="adj" fmla="val 6154"/>
            </a:avLst>
          </a:prstGeom>
          <a:solidFill>
            <a:srgbClr val="FEF3E2"/>
          </a:solidFill>
          <a:ln w="12700">
            <a:solidFill>
              <a:srgbClr val="FEF3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4754880"/>
            <a:ext cx="104515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핵심: 정수 스케일 LN=8192는 나눗셈으로 정확히 되돌릴 수 있다(무손실). → 뒤에서 결정적.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0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FAULT POINTS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02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공격 지점 3종 — T1 / T2 / RB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645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지점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783080" y="16459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효과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617720" y="1645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방출되는 z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818120" y="1645920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누설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2103120"/>
            <a:ext cx="11000232" cy="932688"/>
          </a:xfrm>
          <a:prstGeom prst="roundRect">
            <a:avLst>
              <a:gd name="adj" fmla="val 784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03120"/>
            <a:ext cx="1005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783080" y="2103120"/>
            <a:ext cx="28346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c·s 곱셈 스킵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617720" y="2103120"/>
            <a:ext cx="3200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≈ y (난수 노출)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818120" y="2103120"/>
            <a:ext cx="22219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차분으로 s1 복원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4360" y="3182112"/>
            <a:ext cx="11000232" cy="932688"/>
          </a:xfrm>
          <a:prstGeom prst="roundRect">
            <a:avLst>
              <a:gd name="adj" fmla="val 7843"/>
            </a:avLst>
          </a:prstGeom>
          <a:solidFill>
            <a:srgbClr val="FBE9E7"/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182112"/>
            <a:ext cx="1005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783080" y="3182112"/>
            <a:ext cx="28346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+y 덧셈 스킵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617720" y="3182112"/>
            <a:ext cx="3200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= c·s1 (비밀 직접)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818120" y="3182112"/>
            <a:ext cx="22219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2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서명 1개로 s1 복원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94360" y="4261104"/>
            <a:ext cx="11000232" cy="932688"/>
          </a:xfrm>
          <a:prstGeom prst="roundRect">
            <a:avLst>
              <a:gd name="adj" fmla="val 784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261104"/>
            <a:ext cx="1005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RB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783080" y="4261104"/>
            <a:ext cx="28346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거부 검사 스킵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617720" y="4261104"/>
            <a:ext cx="3200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경계 초과 z 방출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818120" y="4261104"/>
            <a:ext cx="22219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통계적 s1 누설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94360" y="5989320"/>
            <a:ext cx="11000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T2가 헤드라인 — 다음 장에서 실제 숫자로.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0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LEAKAGE 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02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 1 — 오류지점별 누설정보와 이용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417320"/>
            <a:ext cx="11000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공격 = 마스크 y 제거 → c·s1 노출(c 공개). ‘서명 출력 수’ = 공격에 필요한 서명 결과값 개수 (SCA 파형 아님)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463040" y="1783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오류효과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2628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누설정보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0" y="1783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이용 → 추출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4692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서명 출력 수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2121408"/>
            <a:ext cx="11000232" cy="502920"/>
          </a:xfrm>
          <a:prstGeom prst="roundRect">
            <a:avLst>
              <a:gd name="adj" fmla="val 1454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212140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63040" y="212140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시드=0 → y 예측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26280" y="21214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난수 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0" y="212140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 재현 → s1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646920" y="21214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4360" y="2697480"/>
            <a:ext cx="11000232" cy="502920"/>
          </a:xfrm>
          <a:prstGeom prst="roundRect">
            <a:avLst>
              <a:gd name="adj" fmla="val 1454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26974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SIGNBIT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26974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부호 b 반전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26280" y="26974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s1 (차분)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0" y="26974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2·c·s1 차분 → s1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646920" y="26974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94360" y="3273552"/>
            <a:ext cx="11000232" cy="502920"/>
          </a:xfrm>
          <a:prstGeom prst="roundRect">
            <a:avLst>
              <a:gd name="adj" fmla="val 1454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" y="3273552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UNPACK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63040" y="327355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공개행렬 A 변조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26280" y="327355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s1 (차분)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00800" y="327355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c 차분 → s1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646920" y="327355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94360" y="3849624"/>
            <a:ext cx="11000232" cy="502920"/>
          </a:xfrm>
          <a:prstGeom prst="roundRect">
            <a:avLst>
              <a:gd name="adj" fmla="val 1454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" y="3849624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LSB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463040" y="384962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LSB 스킵 → 다른 c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526280" y="384962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s1 (차분)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400800" y="384962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c 차분 → s1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9646920" y="384962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94360" y="4425696"/>
            <a:ext cx="11000232" cy="502920"/>
          </a:xfrm>
          <a:prstGeom prst="roundRect">
            <a:avLst>
              <a:gd name="adj" fmla="val 1454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7512" y="4425696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463040" y="442569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c·s 스킵 → z≈y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4526280" y="442569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난수 y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400800" y="442569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z≈y 차분 → s1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9646920" y="442569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594360" y="5001768"/>
            <a:ext cx="11000232" cy="502920"/>
          </a:xfrm>
          <a:prstGeom prst="roundRect">
            <a:avLst>
              <a:gd name="adj" fmla="val 14545"/>
            </a:avLst>
          </a:prstGeom>
          <a:solidFill>
            <a:srgbClr val="FBE9E7"/>
          </a:solidFill>
          <a:ln w="15240">
            <a:solidFill>
              <a:srgbClr val="B3261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7512" y="500176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T2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463040" y="500176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+y 스킵 → z=c·s1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4526280" y="50017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32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s1 직접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6400800" y="500176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z/LN=±c·s1 → s1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9646920" y="50017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32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594360" y="5577840"/>
            <a:ext cx="11000232" cy="502920"/>
          </a:xfrm>
          <a:prstGeom prst="roundRect">
            <a:avLst>
              <a:gd name="adj" fmla="val 1454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7512" y="55778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RB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1463040" y="55778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거부 스킵 → 경계초과 z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4526280" y="5577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통계적 키정보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6400800" y="55778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다수 서명 통계 → s1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9646920" y="5577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다수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594360" y="6263640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 처리 4가지: 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①알아낸다(SEED·T1)  ②차분 상쇄(SIGNBIT·UNPACK·LSB)  ③아예 없앤다(T2, 1개)  ④은닉장치 무력화(RB, 통계)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0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IMPACT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02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T2 공격이 통하는 이유 — 실제 값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2011680"/>
            <a:ext cx="3200400" cy="1554480"/>
          </a:xfrm>
          <a:prstGeom prst="roundRect">
            <a:avLst>
              <a:gd name="adj" fmla="val 470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2148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256032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= 100 + 8192·7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57444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931920" y="2642616"/>
            <a:ext cx="548640" cy="292608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17720" y="2011680"/>
            <a:ext cx="3200400" cy="1554480"/>
          </a:xfrm>
          <a:prstGeom prst="roundRect">
            <a:avLst>
              <a:gd name="adj" fmla="val 4706"/>
            </a:avLst>
          </a:prstGeom>
          <a:solidFill>
            <a:srgbClr val="FBE9E7"/>
          </a:solidFill>
          <a:ln w="19050">
            <a:solidFill>
              <a:srgbClr val="B3261E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17720" y="2148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32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T2 오류 (+y 스킵)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17720" y="256032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= 8192·7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57344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955280" y="2642616"/>
            <a:ext cx="548640" cy="292608"/>
          </a:xfrm>
          <a:prstGeom prst="rightArrow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41080" y="2011680"/>
            <a:ext cx="2953512" cy="1554480"/>
          </a:xfrm>
          <a:prstGeom prst="roundRect">
            <a:avLst>
              <a:gd name="adj" fmla="val 4706"/>
            </a:avLst>
          </a:prstGeom>
          <a:solidFill>
            <a:srgbClr val="FEF3E2"/>
          </a:solidFill>
          <a:ln w="19050">
            <a:solidFill>
              <a:srgbClr val="B45309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41080" y="2286000"/>
            <a:ext cx="2953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57344 ÷ 8192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641080" y="2724912"/>
            <a:ext cx="2953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7 = c·s1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641080" y="3246120"/>
            <a:ext cx="2953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32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노출!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94360" y="4069080"/>
            <a:ext cx="11000232" cy="960120"/>
          </a:xfrm>
          <a:prstGeom prst="roundRect">
            <a:avLst>
              <a:gd name="adj" fmla="val 7619"/>
            </a:avLst>
          </a:prstGeom>
          <a:solidFill>
            <a:srgbClr val="15213B"/>
          </a:solidFill>
          <a:ln w="12700">
            <a:solidFill>
              <a:srgbClr val="1521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069080"/>
            <a:ext cx="104515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c는 서명에 실려 공개  →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ŝ1[k] = NTT(z/LN)[k] · ĉ[k]⁻¹ (mod q)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4360" y="5257800"/>
            <a:ext cx="110002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오류 서명 단 1개로 768계수 100% 복원. 비결: T2의 z는 LN의 정확한 배수라 나눗셈이 무손실 (정상 z는 57444 mod 8192 = 100 ≠ 0).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0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THE IDEA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02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IRV 아이디어 — “버리지 말고 감염시켜라”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5317236" cy="1463040"/>
          </a:xfrm>
          <a:prstGeom prst="roundRect">
            <a:avLst>
              <a:gd name="adj" fmla="val 5000"/>
            </a:avLst>
          </a:prstGeom>
          <a:solidFill>
            <a:srgbClr val="FBE9E7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49514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2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(탐지-후-중단)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49514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“검사해서 다르면 버린다” (if 분기)</a:t>
            </a: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그 if를 2차 오류로 또 건너뛰면 무력화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77356" y="1691640"/>
            <a:ext cx="5317236" cy="1463040"/>
          </a:xfrm>
          <a:prstGeom prst="roundRect">
            <a:avLst>
              <a:gd name="adj" fmla="val 5000"/>
            </a:avLst>
          </a:prstGeom>
          <a:solidFill>
            <a:srgbClr val="E6F3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05956" y="1828800"/>
            <a:ext cx="49514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IRV (감염-후-무효화)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05956" y="2240280"/>
            <a:ext cx="49514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흔적을 숫자 δ에 모아 분기 없이 서명을 감염</a:t>
            </a: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버릴 if가 없다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94360" y="393192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93192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z 확정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337560" y="4288536"/>
            <a:ext cx="457200" cy="292608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86200" y="393192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86200" y="393192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재계산·노름·시드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 → δ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629400" y="4288536"/>
            <a:ext cx="457200" cy="292608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78040" y="3931920"/>
            <a:ext cx="4416552" cy="457200"/>
          </a:xfrm>
          <a:prstGeom prst="roundRect">
            <a:avLst>
              <a:gd name="adj" fmla="val 16000"/>
            </a:avLst>
          </a:prstGeom>
          <a:solidFill>
            <a:srgbClr val="E6F3F1"/>
          </a:solidFill>
          <a:ln w="12700">
            <a:solidFill>
              <a:srgbClr val="E6F3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78040" y="3931920"/>
            <a:ext cx="4416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δ = 0  →  서명 그대로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178040" y="4480560"/>
            <a:ext cx="4416552" cy="457200"/>
          </a:xfrm>
          <a:prstGeom prst="roundRect">
            <a:avLst>
              <a:gd name="adj" fmla="val 16000"/>
            </a:avLst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78040" y="4480560"/>
            <a:ext cx="4416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32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δ ≠ 0  →  서명 난수화(무효)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94360" y="5440680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버리는 if가 없다 → 그 분기를 건너뛰는 2차 오류가 성립하지 않는다.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0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MECHANISM M4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02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IRV가 T2를 잡는 법 — 재계산·비교 (M4)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11000232" cy="868680"/>
          </a:xfrm>
          <a:prstGeom prst="roundRect">
            <a:avLst>
              <a:gd name="adj" fmla="val 8421"/>
            </a:avLst>
          </a:prstGeom>
          <a:solidFill>
            <a:srgbClr val="FEF3E2"/>
          </a:solidFill>
          <a:ln w="12700">
            <a:solidFill>
              <a:srgbClr val="FEF3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45920"/>
            <a:ext cx="10451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핵심: 오류는 출력의 y를 지웠지만, y1은 메모리에 그대로 남아 있다 → 다시 계산하면 정상값이 복원된다.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594360" y="2743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971800" y="2743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방출된 z1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532120" y="2743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IRV 재계산 (y1 + c·s1)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006840" y="2743200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잔차 (XOR)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3200400"/>
            <a:ext cx="11000232" cy="868680"/>
          </a:xfrm>
          <a:prstGeom prst="roundRect">
            <a:avLst>
              <a:gd name="adj" fmla="val 842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2004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무결함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971800" y="32004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107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532120" y="32004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107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006840" y="3200400"/>
            <a:ext cx="3182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107 ^ 107 = 0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94360" y="4224528"/>
            <a:ext cx="11000232" cy="868680"/>
          </a:xfrm>
          <a:prstGeom prst="roundRect">
            <a:avLst>
              <a:gd name="adj" fmla="val 8421"/>
            </a:avLst>
          </a:prstGeom>
          <a:solidFill>
            <a:srgbClr val="FBE9E7"/>
          </a:solidFill>
          <a:ln w="15240">
            <a:solidFill>
              <a:srgbClr val="B3261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22452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2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T2 오류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971800" y="4224528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(y 빠짐)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532120" y="4224528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107 (정상 재계산)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006840" y="4224528"/>
            <a:ext cx="3182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^ 107 = 108 ≠ 0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94360" y="5440680"/>
            <a:ext cx="110002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잔차 δ ≠ 0 → 다음 장의 “무분기 마스크”로 서명을 무효화. (펌웨어는 불일치 시 δ|=1로 둠 — 값이 1이든 108이든 δ≠0.)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0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THE TRICK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02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무분기 마스크 — if 없는 한 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11000232" cy="1188720"/>
          </a:xfrm>
          <a:prstGeom prst="roundRect">
            <a:avLst>
              <a:gd name="adj" fmla="val 6154"/>
            </a:avLst>
          </a:prstGeom>
          <a:solidFill>
            <a:srgbClr val="15213B"/>
          </a:solidFill>
          <a:ln w="12700">
            <a:solidFill>
              <a:srgbClr val="15213B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45920"/>
            <a:ext cx="104515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 = 0u - (uint8_t)((delta | (0u-delta)) &gt;&gt; 63);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sig[i] ^= ks[i] &amp; factor;   // ks = SHAKE256(비밀시드 ‖ δ ‖ μ)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3108960"/>
            <a:ext cx="5317236" cy="1737360"/>
          </a:xfrm>
          <a:prstGeom prst="roundRect">
            <a:avLst>
              <a:gd name="adj" fmla="val 4211"/>
            </a:avLst>
          </a:prstGeom>
          <a:solidFill>
            <a:srgbClr val="E6F3F1"/>
          </a:solidFill>
          <a:ln w="1524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246120"/>
            <a:ext cx="4860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δ = 0  (무결함)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3657600"/>
            <a:ext cx="48600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 = 0x00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 ^= ks &amp; 0x00 = sig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서명 그대로 (오탐 0)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77356" y="3108960"/>
            <a:ext cx="5317236" cy="1737360"/>
          </a:xfrm>
          <a:prstGeom prst="roundRect">
            <a:avLst>
              <a:gd name="adj" fmla="val 4211"/>
            </a:avLst>
          </a:prstGeom>
          <a:solidFill>
            <a:srgbClr val="FBE9E7"/>
          </a:solidFill>
          <a:ln w="15240">
            <a:solidFill>
              <a:srgbClr val="B326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51676" y="3246120"/>
            <a:ext cx="4860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2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δ ≠ 0  (결함)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51676" y="3657600"/>
            <a:ext cx="48600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 = 0xFF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 ^= ks &amp; 0xFF = sig ^ ks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서명 전체 난수화 (무효)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94360" y="5029200"/>
            <a:ext cx="110002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“0인가?”를 if 없이 전-0 / 전-1 마스크로 변환. 버릴 분기가 없으니 2차 오류의 표적도 없다.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0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THE TWO BOUNDS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02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RB와 두 경계 — 왜 B1 &lt; B2 인가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600200"/>
            <a:ext cx="11000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서명경계 B1 = 9839</a:t>
            </a:r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(비밀 보호·빡빡)      </a:t>
            </a:r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검증경계 B2 = 12777</a:t>
            </a:r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(위조 방지·느슨)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800600" y="2880360"/>
            <a:ext cx="3474720" cy="640080"/>
          </a:xfrm>
          <a:prstGeom prst="roundRect">
            <a:avLst>
              <a:gd name="adj" fmla="val 11429"/>
            </a:avLst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3184398"/>
            <a:ext cx="10634472" cy="3200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80026" y="2880360"/>
            <a:ext cx="41148" cy="6400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54746" y="2880360"/>
            <a:ext cx="41148" cy="6400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81928" y="3118104"/>
            <a:ext cx="164592" cy="164592"/>
          </a:xfrm>
          <a:prstGeom prst="ellipse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3611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서명경계 B1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611880" y="38587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9839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86600" y="3611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검증경계 B2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086600" y="38587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12777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43400" y="23317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32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RB가 흘리는 z (예: ‖z‖=10000)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582912" y="38587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개념도(축척 아님)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4709160"/>
            <a:ext cx="1100023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정상: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서명자가 B1로 다 거른다 → 이 “틈”의 z는 존재할 수 없다.
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B32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RB: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거부 검사를 스킵 → 틈의 z 방출. 검증(B2)은 통과시켜 못 잡음(Lee–Ha).
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IRV(M5):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검증경계가 아니라 서명경계 B1으로 재검사 → 10000 &gt; 9839 → 차단.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0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SECOND-ORDER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02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 오류 — 기존 방어가 뚫리는 이유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600200"/>
            <a:ext cx="11000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double·Lee–Ha는 main에서 “버리는 if”로 막는다: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11000232" cy="1234440"/>
          </a:xfrm>
          <a:prstGeom prst="roundRect">
            <a:avLst>
              <a:gd name="adj" fmla="val 5926"/>
            </a:avLst>
          </a:prstGeom>
          <a:solidFill>
            <a:srgbClr val="15213B"/>
          </a:solidFill>
          <a:ln w="12700">
            <a:solidFill>
              <a:srgbClr val="15213B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057400"/>
            <a:ext cx="104515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(mism) memset(g_sig, 0xFF, ...);   // double: 두 결과 다르면 무효화</a:t>
            </a:r>
            <a:endParaRPr lang="en-US" sz="15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(bad)  memset(g_sig, 0xFF, ...);   // leeha : 검증 실패면 무효화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94360" y="3566160"/>
            <a:ext cx="5317236" cy="1371600"/>
          </a:xfrm>
          <a:prstGeom prst="roundRect">
            <a:avLst>
              <a:gd name="adj" fmla="val 5333"/>
            </a:avLst>
          </a:prstGeom>
          <a:solidFill>
            <a:srgbClr val="FBE9E7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703320"/>
            <a:ext cx="4860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2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 오류로 이 if 한 줄을 건너뛰면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4114800"/>
            <a:ext cx="48600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무효화가 실행되지 않음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누설 서명 그대로 방출 (뚫림)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277356" y="3566160"/>
            <a:ext cx="5317236" cy="1371600"/>
          </a:xfrm>
          <a:prstGeom prst="roundRect">
            <a:avLst>
              <a:gd name="adj" fmla="val 5333"/>
            </a:avLst>
          </a:prstGeom>
          <a:solidFill>
            <a:srgbClr val="E6F3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51676" y="3703320"/>
            <a:ext cx="4860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IRV엔 버릴 if가 없다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51676" y="4114800"/>
            <a:ext cx="48600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sig ^= ks &amp; factor 는 항상 실행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2차 오류 성립 불가 (생존)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94360" y="5212080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실측(2026-06-30): double·leeha 우회(LEAK), IRV만 차단(blocked).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0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02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 — IRV가 유일하게 세 가지를 동시에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691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520440" y="1691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커버리지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532120" y="1691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RB 차단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60920" y="1691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 오류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464040" y="1691640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서명시간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2148840"/>
            <a:ext cx="11000232" cy="749808"/>
          </a:xfrm>
          <a:prstGeom prst="roundRect">
            <a:avLst>
              <a:gd name="adj" fmla="val 975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148840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baseline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20440" y="214884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/ 7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532120" y="2148840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32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✗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60920" y="2148840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464040" y="2148840"/>
            <a:ext cx="2724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1.0×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94360" y="3017520"/>
            <a:ext cx="11000232" cy="749808"/>
          </a:xfrm>
          <a:prstGeom prst="roundRect">
            <a:avLst>
              <a:gd name="adj" fmla="val 975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017520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double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520440" y="301752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/ 7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532120" y="3017520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60920" y="3017520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32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우회됨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464040" y="3017520"/>
            <a:ext cx="2724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2.0×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94360" y="3886200"/>
            <a:ext cx="11000232" cy="749808"/>
          </a:xfrm>
          <a:prstGeom prst="roundRect">
            <a:avLst>
              <a:gd name="adj" fmla="val 975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886200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leeha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520440" y="388620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/ 7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532120" y="3886200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32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✗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360920" y="3886200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32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우회됨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464040" y="3886200"/>
            <a:ext cx="2724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1.14×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94360" y="4754880"/>
            <a:ext cx="11000232" cy="749808"/>
          </a:xfrm>
          <a:prstGeom prst="roundRect">
            <a:avLst>
              <a:gd name="adj" fmla="val 9756"/>
            </a:avLst>
          </a:prstGeom>
          <a:solidFill>
            <a:srgbClr val="E6F3F1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4754880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IRV (제안)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520440" y="475488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/ 7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532120" y="4754880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360920" y="4754880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생존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464040" y="4754880"/>
            <a:ext cx="2724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1.14×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94360" y="5806440"/>
            <a:ext cx="11000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IRV = 전면 커버리지(7/7) + 거부우회 차단 + 2차오류 생존 + 이중연산의 절반 비용. (코드·RAM은 double이 작아 트레이드오프.)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52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822960"/>
            <a:ext cx="110002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1737360"/>
            <a:ext cx="11000232" cy="1280160"/>
          </a:xfrm>
          <a:prstGeom prst="roundRect">
            <a:avLst>
              <a:gd name="adj" fmla="val 5714"/>
            </a:avLst>
          </a:prstGeom>
          <a:solidFill>
            <a:srgbClr val="1E2B52"/>
          </a:solidFill>
          <a:ln w="12700">
            <a:solidFill>
              <a:srgbClr val="1E2B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737360"/>
            <a:ext cx="104515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b="1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“오류를 탐지-후-중단하지 말고, 감염-후-무효화하라.</a:t>
            </a:r>
            <a:endParaRPr lang="en-US" sz="2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000" b="1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버릴 if가 없으면, 2차 오류도 없다.”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4360" y="3392424"/>
            <a:ext cx="146304" cy="146304"/>
          </a:xfrm>
          <a:prstGeom prst="ellipse">
            <a:avLst/>
          </a:prstGeom>
          <a:solidFill>
            <a:srgbClr val="6BD3C2"/>
          </a:solidFill>
          <a:ln w="12700">
            <a:solidFill>
              <a:srgbClr val="6BD3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3291840"/>
            <a:ext cx="10634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 = y + c·s1 한 줄에서만 비밀키를 쓴다 → +y 스킵 시 서명 1개로 키 복원 (57344÷8192=7).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4105656"/>
            <a:ext cx="146304" cy="146304"/>
          </a:xfrm>
          <a:prstGeom prst="ellipse">
            <a:avLst/>
          </a:prstGeom>
          <a:solidFill>
            <a:srgbClr val="6BD3C2"/>
          </a:solidFill>
          <a:ln w="12700">
            <a:solidFill>
              <a:srgbClr val="6BD3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005072"/>
            <a:ext cx="10634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방어의 “버리는 if”는 2차 오류로 또 건너뛰면 무력화된다.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" y="4818888"/>
            <a:ext cx="146304" cy="146304"/>
          </a:xfrm>
          <a:prstGeom prst="ellipse">
            <a:avLst/>
          </a:prstGeom>
          <a:solidFill>
            <a:srgbClr val="6BD3C2"/>
          </a:solidFill>
          <a:ln w="12700">
            <a:solidFill>
              <a:srgbClr val="6BD3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4718304"/>
            <a:ext cx="10634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IRV는 δ≠0이면 서명을 통째로 난수화 — factor(0/0xFF)라는 분기 없는 한 줄.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94360" y="5532120"/>
            <a:ext cx="146304" cy="146304"/>
          </a:xfrm>
          <a:prstGeom prst="ellipse">
            <a:avLst/>
          </a:prstGeom>
          <a:solidFill>
            <a:srgbClr val="6BD3C2"/>
          </a:solidFill>
          <a:ln w="12700">
            <a:solidFill>
              <a:srgbClr val="6BD3C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5431536"/>
            <a:ext cx="10634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검증경계가 아니라 서명경계(B1)로 다시 봐서 거부 우회까지 차단. 비용은 이중연산의 절반.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HAETAE FIA &amp; IRV</dc:title>
  <dc:subject>PptxGenJS Presentation</dc:subject>
  <dc:creator>HAETAE-IRV</dc:creator>
  <cp:lastModifiedBy>HAETAE-IRV</cp:lastModifiedBy>
  <cp:revision>1</cp:revision>
  <dcterms:created xsi:type="dcterms:W3CDTF">2026-07-21T14:37:22Z</dcterms:created>
  <dcterms:modified xsi:type="dcterms:W3CDTF">2026-07-21T14:37:22Z</dcterms:modified>
</cp:coreProperties>
</file>