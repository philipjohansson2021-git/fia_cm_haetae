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373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6BD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HAETAE-IRV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2286000"/>
            <a:ext cx="11000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δ는 어떻게 계산되는가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3832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알고리즘 2 — 라인별 설명 · 실제 값 예시 · 구현 코드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47548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D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= Chk_M1 | Chk_M2 | Chk_M3 | Chk_M4 | Chk_M5 | Chk_M6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THIS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“슈도코드를 라인별로 다시 실행”이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17236" cy="3200400"/>
          </a:xfrm>
          <a:prstGeom prst="roundRect">
            <a:avLst>
              <a:gd name="adj" fmla="val 2000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“원본 Sign의 1~N행을 통째로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더 실행해서 비교한다”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전체 이중연산(double)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비용 2.0×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77356" y="1600200"/>
            <a:ext cx="5317236" cy="3200400"/>
          </a:xfrm>
          <a:prstGeom prst="roundRect">
            <a:avLst>
              <a:gd name="adj" fmla="val 2000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76" y="17373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실제 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1676" y="224028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표적별 검사 6개(M1~M6)를 한 번씩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→ 잔차를 δ에 OR로 누적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1676" y="32004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응답연산만 1회 재계산 + 가벼운 재검사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1676" y="402336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비용 1.14×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4360" y="512064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중 하나라도 잔차≠0 → δ≠0 → 서명 전체 난수화. “모든 검사 통과(δ=0)”만 서명이 살아남는다.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VULNERABLE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(복습) 오류 지점이 왜 취약한가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비밀키를 쓰는 유일한 연산:  z = y + (-1)^b · LN · (c·s1)   (y=마스크, c=공개, s1=비밀)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 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20116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위험한가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11000232" cy="841248"/>
          </a:xfrm>
          <a:prstGeom prst="roundRect">
            <a:avLst>
              <a:gd name="adj" fmla="val 7609"/>
            </a:avLst>
          </a:prstGeom>
          <a:solidFill>
            <a:srgbClr val="FBE9E7"/>
          </a:solidFill>
          <a:ln w="1651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77440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23774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+y 스킵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3774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LN·c·s1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03720" y="2377440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제거 → 서명 1개로 s1 100% 복원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346704"/>
            <a:ext cx="11000232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46704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33467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c·s 스킵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334670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≈ 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03720" y="334670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정상과 차분 → LN·c·s1 → s1 복원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315968"/>
            <a:ext cx="11000232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315968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431596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스킵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431596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경계초과 z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03720" y="4315968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 넘긴 z가 통계적 s1 누설 (B1&lt;B2)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94360" y="548640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원리: 마스크 y·챌린지 c·응답 z의 무결성이 깨지면 공개값만으로 s1이 역산된다. IRV는 각 지점을 재계산·재검사로 되짚어 잔차로 만든다.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2 ↔ 구현 매핑 (L1~L10)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508760" y="1371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(뜻)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00600" y="1371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오류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69480" y="13716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만드는 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08760" y="17373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← 0 (초기화)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7373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cm_delta=0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08760" y="2194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비밀키 체크섬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2194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키변조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21945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FNV1a(s1) ≠ 기준 → δ|=1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6517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51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08760" y="2651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시드 정상성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26517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26517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全0/全동일 → δ|=1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31089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1089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508760" y="31089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(y,b) 재유도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00600" y="31089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SIGNBIT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31089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(y',b') ≠ (y,b) → δ|=1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5661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5661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508760" y="35661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응답 재계산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00600" y="35661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/ T2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35661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≠ y+(-1)^b c·s1' → δ|=1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40233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0233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508760" y="40233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노름 B1+B0 재검사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4023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9480" y="40233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‖z‖&gt;B1 또는 bimodal 위반 → δ|=1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" y="44805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4805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508760" y="4480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표준 검증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00600" y="4480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LSB / UNPACK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44805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실패 (main 분기)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" y="49377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937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508760" y="4937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m 생성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800600" y="49377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69480" y="49377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δ=0?0x00:0xFF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" y="53949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3949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508760" y="53949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감염 XOR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800600" y="53949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69480" y="53949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factor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4360" y="5852160"/>
            <a:ext cx="11000232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58521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508760" y="58521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σ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800600" y="58521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269480" y="585216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" y="632764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L2~L6은 무분기로 δ에 누적(2차 오류에 강함). L7(표준검증)만 main에서 분기 — 상류 LSB/UNPACK 보강용.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HAETAE vs IRV — 라인별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423160" y="1371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(sign.c)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137160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적용 (haetae_sign_cm.c)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19072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1907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응답 z 계산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719072"/>
            <a:ext cx="3886200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719072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 = c·s1;  z = y+(-1)^b·cs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719072"/>
            <a:ext cx="5056632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719072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(동일)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414016"/>
            <a:ext cx="1737360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14016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거부 판정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2414016"/>
            <a:ext cx="3886200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414016"/>
            <a:ext cx="3685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 = ‖z‖&gt;B1 ∨ bimodal B0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(reject) goto reject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2414016"/>
            <a:ext cx="5056632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414016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(동일)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346704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46704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무결성 검사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23160" y="3346704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3346704"/>
            <a:ext cx="3685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없음 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346704"/>
            <a:ext cx="5056632" cy="1051560"/>
          </a:xfrm>
          <a:prstGeom prst="roundRect">
            <a:avLst>
              <a:gd name="adj" fmla="val 6087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346704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← (z ≟ y+(-1)^b·c·s1' 재계산)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(‖z‖≤B1·B0 재검사)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(시드·(y,b) 재유도)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489704"/>
            <a:ext cx="1737360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8970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감염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0" y="4489704"/>
            <a:ext cx="3886200" cy="841248"/>
          </a:xfrm>
          <a:prstGeom prst="roundRect">
            <a:avLst>
              <a:gd name="adj" fmla="val 76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2888" y="4489704"/>
            <a:ext cx="3685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없음 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489704"/>
            <a:ext cx="5056632" cy="841248"/>
          </a:xfrm>
          <a:prstGeom prst="roundRect">
            <a:avLst>
              <a:gd name="adj" fmla="val 7609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4489704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factor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(δ≠0 이면 서명 난수화)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422392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42239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패킹·반환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23160" y="5422392"/>
            <a:ext cx="3886200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32888" y="5422392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pack_sig;  return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5422392"/>
            <a:ext cx="5056632" cy="603504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5422392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pack_sig;  infect_sig(δ);  return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" y="614476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연산(①②⑤)은 원본과 동일 — IRV는 ③검사·④감염만 삽입. 무결함이면 서명 바이트동일, 비용 1.14×.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 · L2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L2) M1 — 비밀키 체크섬 (막는 오류: 영속 키변조)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0232" cy="502920"/>
          </a:xfrm>
          <a:prstGeom prst="roundRect">
            <a:avLst>
              <a:gd name="adj" fmla="val 12727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L1: δ←0 으로 시작(누산기).  L2: 서명 시작 시 s1의 FNV-1a 체크섬을 기준값과 비교.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ck = FNV1a(s1)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golden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89720" y="21488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0x8F3AC21D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0x8F3AC21D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89720" y="25146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172968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1비트 변조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0x2B71E04A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0x8F3AC21D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89720" y="317296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|= 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11000232" cy="1234440"/>
          </a:xfrm>
          <a:prstGeom prst="roundRect">
            <a:avLst>
              <a:gd name="adj" fmla="val 5185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968496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ck = ck_polyvecm(&amp;s1);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(!g_have_ck){ g_golden_ck = ck; g_have_ck = 1; 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(ck != g_golden_ck) cm_delta |= 1;   // 다르면 잔차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" y="5340096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FNV-1a: h=2166136261; 워드마다 h^=word; h*=16777619 — 1비트만 바뀌어도 해시 전체가 달라진다.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· SIGNBIT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L3) M2 시드 정상성 · L4) M3 (y,b) 재유도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17236" cy="457200"/>
          </a:xfrm>
          <a:prstGeom prst="roundRect">
            <a:avLst>
              <a:gd name="adj" fmla="val 14000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 · M2 — 막는 오류: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317236" cy="502920"/>
          </a:xfrm>
          <a:prstGeom prst="roundRect">
            <a:avLst>
              <a:gd name="adj" fmla="val 1272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무결함 seed=3A 91 7C…  → allz=0  → 잔차 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624328"/>
            <a:ext cx="5317236" cy="502920"/>
          </a:xfrm>
          <a:prstGeom prst="roundRect">
            <a:avLst>
              <a:gd name="adj" fmla="val 1272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스킵 seed=00 00 00… → allz=1 → δ|=1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291840"/>
            <a:ext cx="5317236" cy="1371600"/>
          </a:xfrm>
          <a:prstGeom prst="roundRect">
            <a:avLst>
              <a:gd name="adj" fmla="val 4667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91840"/>
            <a:ext cx="48600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for(t..) { if(seed[t]) allz=0;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if(seed[t]!=seed[0]) alls=0; 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(allz | alls) cm_delta |= 1;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1463040"/>
            <a:ext cx="5317236" cy="457200"/>
          </a:xfrm>
          <a:prstGeom prst="roundRect">
            <a:avLst>
              <a:gd name="adj" fmla="val 14000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46304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 · M3 — 막는 오류: SIGNBIT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7356" y="2057400"/>
            <a:ext cx="5317236" cy="502920"/>
          </a:xfrm>
          <a:prstGeom prst="roundRect">
            <a:avLst>
              <a:gd name="adj" fmla="val 1272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0236" y="2057400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무결함: 재유도 bb=0 = 방출 b=0 → 잔차 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624328"/>
            <a:ext cx="5317236" cy="502920"/>
          </a:xfrm>
          <a:prstGeom prst="roundRect">
            <a:avLst>
              <a:gd name="adj" fmla="val 1272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2624328"/>
            <a:ext cx="4951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반전: 재유도 bb=0 ≠ 방출 b=1 → δ|=1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7356" y="3291840"/>
            <a:ext cx="5317236" cy="1371600"/>
          </a:xfrm>
          <a:prstGeom prst="roundRect">
            <a:avLst>
              <a:gd name="adj" fmla="val 4667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05956" y="3291840"/>
            <a:ext cx="48600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sample_hyperball(&amp;y1b,&amp;y2b,&amp;bb,seed,cb);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(bb!=b || y1b!=y1 || y2b!=y2)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cm_delta |= 1;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489204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SIGNBIT은 부호만 뒤집혀 서명이 여전히 유효 → 검증·응답재계산으로 못 잡음 → 같은 시드로 재샘플해 (y,b) 대조로 포착.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  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L5) M4 — 응답 재계산 (막는 오류: T1 / T2)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0232" cy="502920"/>
          </a:xfrm>
          <a:prstGeom prst="roundRect">
            <a:avLst>
              <a:gd name="adj" fmla="val 1272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c·s1을 다시 곱해 z1b = y1 + (-1)^b·c·s1' 를 만들고 방출 z1과 계수별 비교. 오류는 출력의 y를 지웠어도 y1은 메모리에 그대로!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 z1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재계산 z1b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89720" y="21488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89720" y="25146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172968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(+y 스킵)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89720" y="317296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|= 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831336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313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(c·s 스킵)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37560" y="3831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100 (=y1)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63640" y="3831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89720" y="383133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|= 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4626864"/>
            <a:ext cx="11000232" cy="1371600"/>
          </a:xfrm>
          <a:prstGeom prst="roundRect">
            <a:avLst>
              <a:gd name="adj" fmla="val 4667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626864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for(ii=1..L) { pointwise(cs1b[ii],chat,s1[ii-1]); invntt(cs1b[ii]); 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cneg(cs1b,b); add(z1b, y1, cs1b);   // z1b = y1+(-1)^b c·s1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(z1[..] != z1b[..]) cm_delta |= 1;   // 계수별 비교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6135624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한 계수 y1=100, c·s1=7 → 정상 z=107. T2는 방출 7(y 제거) vs 재계산 107 → 불일치 → 잔차.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L6) M5 — 노름 B1+B0 재검사 (막는 오류: RB)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0232" cy="502920"/>
          </a:xfrm>
          <a:prstGeom prst="roundRect">
            <a:avLst>
              <a:gd name="adj" fmla="val 12727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 z의 노름을 서명경계 B1(과 bimodal B0)로 다시 검사. 검증경계 B2가 아니라 서명경계 B1로 보는 것이 포인트 (B1&lt;B2).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2044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‖z‖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 = ‖z‖&gt;B1 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89720" y="214884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(≤B1)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89720" y="251460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172968"/>
            <a:ext cx="11000232" cy="548640"/>
          </a:xfrm>
          <a:prstGeom prst="roundRect">
            <a:avLst>
              <a:gd name="adj" fmla="val 1166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 (거부 스킵)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3172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(&gt;B1)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89720" y="317296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|= 1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11000232" cy="1371600"/>
          </a:xfrm>
          <a:prstGeom prst="roundRect">
            <a:avLst>
              <a:gd name="adj" fmla="val 4667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968496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(B1SQ*LN*LN - sqnorm2(z1,z2)) &gt;&gt; 63;   // ‖z‖&gt;B1 이면 1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(sqnorm2(2z-y) - B0SQ*LN*LN) &gt;&gt; 63;  r2 &amp;= (b&gt;&gt;1)&amp;1;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((r1 | r2) &amp; 1) cm_delta |= 1;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" y="5477256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B1=9839(서명경계) &lt; B2=12777(검증경계). RB의 z(10000)는 B2 검증은 통과하지만 B1 재검사에서 잡힌다.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L7) M6 — 표준 검증 (막는 오류: LSB / UNPACK)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방출 서명을 검증식으로 재구성. 자기일관적이지만 공개키와 안 맞는 서명(LSB→다른 c, UNPACK→잘못된 A)을 잡는다.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bad = crypto_sign_verify(g_sig, g_slen, g_msg, 16, PRE, 0, pk);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(bad) memset(g_sig, 0xFF, CRYPTO_BYTES);   // 무효화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931920"/>
            <a:ext cx="11000232" cy="1554480"/>
          </a:xfrm>
          <a:prstGeom prst="roundRect">
            <a:avLst>
              <a:gd name="adj" fmla="val 41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스택이 커서 서명함수 밖(main)에서 수행.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2에서는 δ |= Chk_M6 로 이상화하지만, 실제 구현은 main의 분기다.
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응답검사(L2~L6)는 무분기로 δ에 누적 → 2차 오류에 강함.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L7은 상류(LSB/UNPACK) 보강용이라 분기여도 무방.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INFECTION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L8) 마스크 생성 · L9) 감염 — δ로 서명을 무효화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0u - (uint8_t)((delta | (0u-delta)) &gt;&gt; 63);   // L8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sig[i] ^= ks[i] &amp; factor;   // L9  (ks = SHAKE256(비밀시드 ‖ δ ‖ μ))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5317236" cy="1828800"/>
          </a:xfrm>
          <a:prstGeom prst="roundRect">
            <a:avLst>
              <a:gd name="adj" fmla="val 3500"/>
            </a:avLst>
          </a:prstGeom>
          <a:solidFill>
            <a:srgbClr val="E6F3F1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34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=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860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0x00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0x00 = sig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서명 그대로 (오탐 0)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7356" y="2697480"/>
            <a:ext cx="5317236" cy="1828800"/>
          </a:xfrm>
          <a:prstGeom prst="roundRect">
            <a:avLst>
              <a:gd name="adj" fmla="val 3500"/>
            </a:avLst>
          </a:prstGeom>
          <a:solidFill>
            <a:srgbClr val="FBE9E7"/>
          </a:solidFill>
          <a:ln w="1524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1676" y="2834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≠ 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1676" y="3291840"/>
            <a:ext cx="4860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0xFF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^= ks &amp; 0xFF = sig ^ ks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서명 전체 난수화 (무효)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없이 “δ가 0인가?”를 전-0/전-1 마스크로. μ(메시지)를 섞어 마스크 신선도 확보. 버릴 분기가 없어 2차 오류가 성립 불가.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 LIMIT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오류로 잔차·감염 연산 자체를 건너뛰면? — 정직한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IRV의 잔차(δ)·감염 라인에 2차 오류를 걸면 그 계산도 건너뛸 수 있지 않나?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1000232" cy="1325880"/>
          </a:xfrm>
          <a:prstGeom prst="roundRect">
            <a:avLst>
              <a:gd name="adj" fmla="val 4828"/>
            </a:avLst>
          </a:prstGeom>
          <a:solidFill>
            <a:srgbClr val="E6F3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0451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O — 탐지 “분기” 스킵: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 핵심엔 if 분기가 없다(sig ^= ks &amp; factor 는 무조건 실행) → 건너뛸 분기가 없어 생존. double·leeha는 분기 하나가 방어 전체라 이 한 방에 뚫린다.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11000232" cy="1737360"/>
          </a:xfrm>
          <a:prstGeom prst="roundRect">
            <a:avLst>
              <a:gd name="adj" fmla="val 3684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918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X — 잔차·감염 “연산 자체” 표적 (지적하신 시나리오):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δ|=1 스킵 / δ를 0으로 강제 / factor 계산 스킵 / infect_sig의 XOR 루프 스킵 → 누설 서명이 감염되지 않고 방출 →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IRV도 뚫린다.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 이건 “분기 스킵”이 아니라 특정 데이터 연산을 정밀 타격하는 다른 종류의 2차 오류다.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5166360"/>
            <a:ext cx="110002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IRV가 나은 점 · 논문 입장: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IRV는 가장 쉬운 단일 표적(중단 분기)을 제거해 “불리언 하나 뒤집기”를 “특정 감염 연산 정밀 타격”으로 격상시킨다. 2차 내성 주장은 분기-스킵 모델에 한정하며, 감염을 데이터흐름에 직조해 이 잔존 위협까지 견디는 강건 구현은 향후 과제(§5.6).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892808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830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δ = 표적별 검사 6개(키체크섬·시드·(y,b)재유도·응답재계산·노름B1+B0·표준검증)를 한 번씩 수행해 OR로 누적.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852928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7432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Sign 전체 재실행이 아니다 — 응답연산 1회 재계산 + 가벼운 재검사뿐. 그래서 1.14× (double 2.0×의 절반).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813048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7033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잔차≠0 → δ≠0 → factor=0xFF → 서명 전체 난수화. δ=0(모두 통과)만 서명 보존(오탐 0).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773168"/>
            <a:ext cx="146304" cy="146304"/>
          </a:xfrm>
          <a:prstGeom prst="ellipse">
            <a:avLst/>
          </a:prstGeom>
          <a:solidFill>
            <a:srgbClr val="6BD3C2"/>
          </a:solidFill>
          <a:ln w="12700">
            <a:solidFill>
              <a:srgbClr val="6B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66344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마스크는 분기 없는 한 줄(factor). 버릴 if가 없으니 그 분기를 건너뛰는 2차 오류가 성립하지 않는다.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5806440"/>
            <a:ext cx="11000232" cy="685800"/>
          </a:xfrm>
          <a:prstGeom prst="roundRect">
            <a:avLst>
              <a:gd name="adj" fmla="val 9333"/>
            </a:avLst>
          </a:prstGeom>
          <a:solidFill>
            <a:srgbClr val="1E2B52"/>
          </a:solidFill>
          <a:ln w="12700">
            <a:solidFill>
              <a:srgbClr val="1E2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80644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D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= Chk_M1 | Chk_M2 | Chk_M3 | Chk_M4 | Chk_M5 | Chk_M6      →      sig ^= PRF(sk_seed‖δ‖μ) &amp; factor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IRV Residual Computation</dc:title>
  <dc:subject>PptxGenJS Presentation</dc:subject>
  <dc:creator>PptxGenJS</dc:creator>
  <cp:lastModifiedBy>PptxGenJS</cp:lastModifiedBy>
  <cp:revision>1</cp:revision>
  <dcterms:created xsi:type="dcterms:W3CDTF">2026-07-21T14:32:13Z</dcterms:created>
  <dcterms:modified xsi:type="dcterms:W3CDTF">2026-07-21T14:32:13Z</dcterms:modified>
</cp:coreProperties>
</file>